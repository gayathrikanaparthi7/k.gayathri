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Spotify User Behaviour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50,000 rows (simulated)</a:t>
            </a:r>
          </a:p>
          <a:p>
            <a:r>
              <a:t>Tool: Power BI</a:t>
            </a:r>
          </a:p>
          <a:p>
            <a:r>
              <a:t>Focus: Listening patterns, engagement, demographics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50,000 user records</a:t>
            </a:r>
          </a:p>
          <a:p>
            <a:r>
              <a:t>• Fields: User ID, Age, Gender, Country</a:t>
            </a:r>
          </a:p>
          <a:p>
            <a:r>
              <a:t>• Listening Time, Genre, Device Type</a:t>
            </a:r>
          </a:p>
          <a:p>
            <a:r>
              <a:t>• Subscription Type (Free/Premium)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Avg Listening Time</a:t>
            </a:r>
          </a:p>
          <a:p>
            <a:r>
              <a:t>• Daily Active Users</a:t>
            </a:r>
          </a:p>
          <a:p>
            <a:r>
              <a:t>• Genre Popularity</a:t>
            </a:r>
          </a:p>
          <a:p>
            <a:r>
              <a:t>• Premium Conversion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groups analysis</a:t>
            </a:r>
          </a:p>
          <a:p>
            <a:r>
              <a:t>• Gender distribution</a:t>
            </a:r>
          </a:p>
          <a:p>
            <a:r>
              <a:t>• Country-wise usage</a:t>
            </a:r>
          </a:p>
          <a:p>
            <a:r>
              <a:t>• Youth dominate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Listening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Peak hours: Evening &amp; Night</a:t>
            </a:r>
          </a:p>
          <a:p>
            <a:r>
              <a:t>• Mobile usage highest</a:t>
            </a:r>
          </a:p>
          <a:p>
            <a:r>
              <a:t>• Pop &amp; Hip-Hop most popular</a:t>
            </a:r>
          </a:p>
          <a:p>
            <a:r>
              <a:t>• Weekend usage increases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users listen more</a:t>
            </a:r>
          </a:p>
          <a:p>
            <a:r>
              <a:t>• Free users show ads interruptions</a:t>
            </a:r>
          </a:p>
          <a:p>
            <a:r>
              <a:t>• Conversion trends based on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visuals</a:t>
            </a:r>
          </a:p>
          <a:p>
            <a:r>
              <a:t>• Filters: Age, Country, Genre</a:t>
            </a:r>
          </a:p>
          <a:p>
            <a:r>
              <a:t>• KPI cards for quick insights</a:t>
            </a:r>
          </a:p>
          <a:p>
            <a:r>
              <a:t>• Charts: Bar, Pie,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Personalization is key</a:t>
            </a:r>
          </a:p>
          <a:p>
            <a:r>
              <a:t>• Mobile-first audience</a:t>
            </a:r>
          </a:p>
          <a:p>
            <a:r>
              <a:t>• Target young users</a:t>
            </a:r>
          </a:p>
          <a:p>
            <a:r>
              <a:t>• Promote premium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